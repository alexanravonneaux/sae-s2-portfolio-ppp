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9"/>
  </p:notesMasterIdLst>
  <p:handoutMasterIdLst>
    <p:handoutMasterId r:id="rId10"/>
  </p:handoutMasterIdLst>
  <p:sldIdLst>
    <p:sldId id="259" r:id="rId2"/>
    <p:sldId id="258" r:id="rId3"/>
    <p:sldId id="262" r:id="rId4"/>
    <p:sldId id="260" r:id="rId5"/>
    <p:sldId id="261" r:id="rId6"/>
    <p:sldId id="264" r:id="rId7"/>
    <p:sldId id="263" r:id="rId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Guertin" userId="ee45ea7c-58a3-45a6-b4fd-021d71680dbe" providerId="ADAL" clId="{EF57780B-876B-4829-A712-AE31C96D26BE}"/>
    <pc:docChg chg="undo redo custSel addSld modSld">
      <pc:chgData name="Helena Guertin" userId="ee45ea7c-58a3-45a6-b4fd-021d71680dbe" providerId="ADAL" clId="{EF57780B-876B-4829-A712-AE31C96D26BE}" dt="2025-04-01T10:13:52.225" v="801" actId="1076"/>
      <pc:docMkLst>
        <pc:docMk/>
      </pc:docMkLst>
      <pc:sldChg chg="addSp delSp modSp mod">
        <pc:chgData name="Helena Guertin" userId="ee45ea7c-58a3-45a6-b4fd-021d71680dbe" providerId="ADAL" clId="{EF57780B-876B-4829-A712-AE31C96D26BE}" dt="2025-04-01T09:27:29.332" v="283" actId="255"/>
        <pc:sldMkLst>
          <pc:docMk/>
          <pc:sldMk cId="2689089790" sldId="258"/>
        </pc:sldMkLst>
        <pc:spChg chg="mod">
          <ac:chgData name="Helena Guertin" userId="ee45ea7c-58a3-45a6-b4fd-021d71680dbe" providerId="ADAL" clId="{EF57780B-876B-4829-A712-AE31C96D26BE}" dt="2025-04-01T09:27:29.332" v="283" actId="255"/>
          <ac:spMkLst>
            <pc:docMk/>
            <pc:sldMk cId="2689089790" sldId="258"/>
            <ac:spMk id="2" creationId="{9D6A748D-BEEC-43A4-BFF3-B31C0275A5D9}"/>
          </ac:spMkLst>
        </pc:spChg>
        <pc:picChg chg="add mod">
          <ac:chgData name="Helena Guertin" userId="ee45ea7c-58a3-45a6-b4fd-021d71680dbe" providerId="ADAL" clId="{EF57780B-876B-4829-A712-AE31C96D26BE}" dt="2025-04-01T09:04:59.141" v="6" actId="1076"/>
          <ac:picMkLst>
            <pc:docMk/>
            <pc:sldMk cId="2689089790" sldId="258"/>
            <ac:picMk id="4" creationId="{91EA29DB-825E-429C-A469-2C46120BA487}"/>
          </ac:picMkLst>
        </pc:picChg>
        <pc:picChg chg="add mod">
          <ac:chgData name="Helena Guertin" userId="ee45ea7c-58a3-45a6-b4fd-021d71680dbe" providerId="ADAL" clId="{EF57780B-876B-4829-A712-AE31C96D26BE}" dt="2025-04-01T09:05:27.392" v="9" actId="1076"/>
          <ac:picMkLst>
            <pc:docMk/>
            <pc:sldMk cId="2689089790" sldId="258"/>
            <ac:picMk id="6" creationId="{EC46CADA-B317-47C7-BB48-958776CC04EC}"/>
          </ac:picMkLst>
        </pc:picChg>
        <pc:picChg chg="add mod">
          <ac:chgData name="Helena Guertin" userId="ee45ea7c-58a3-45a6-b4fd-021d71680dbe" providerId="ADAL" clId="{EF57780B-876B-4829-A712-AE31C96D26BE}" dt="2025-04-01T09:06:03.684" v="14" actId="1076"/>
          <ac:picMkLst>
            <pc:docMk/>
            <pc:sldMk cId="2689089790" sldId="258"/>
            <ac:picMk id="8" creationId="{601ADF96-5007-4E10-807C-088F545E5C81}"/>
          </ac:picMkLst>
        </pc:picChg>
        <pc:picChg chg="add del mod">
          <ac:chgData name="Helena Guertin" userId="ee45ea7c-58a3-45a6-b4fd-021d71680dbe" providerId="ADAL" clId="{EF57780B-876B-4829-A712-AE31C96D26BE}" dt="2025-04-01T09:07:32.739" v="18" actId="21"/>
          <ac:picMkLst>
            <pc:docMk/>
            <pc:sldMk cId="2689089790" sldId="258"/>
            <ac:picMk id="10" creationId="{9F5E980C-AB7C-4052-8832-0A527B487014}"/>
          </ac:picMkLst>
        </pc:picChg>
        <pc:picChg chg="add del mod">
          <ac:chgData name="Helena Guertin" userId="ee45ea7c-58a3-45a6-b4fd-021d71680dbe" providerId="ADAL" clId="{EF57780B-876B-4829-A712-AE31C96D26BE}" dt="2025-04-01T09:07:32.739" v="18" actId="21"/>
          <ac:picMkLst>
            <pc:docMk/>
            <pc:sldMk cId="2689089790" sldId="258"/>
            <ac:picMk id="13" creationId="{8D504840-AFD5-425F-971E-4F8F3A37074E}"/>
          </ac:picMkLst>
        </pc:picChg>
        <pc:picChg chg="add mod">
          <ac:chgData name="Helena Guertin" userId="ee45ea7c-58a3-45a6-b4fd-021d71680dbe" providerId="ADAL" clId="{EF57780B-876B-4829-A712-AE31C96D26BE}" dt="2025-04-01T09:08:18.015" v="21" actId="1076"/>
          <ac:picMkLst>
            <pc:docMk/>
            <pc:sldMk cId="2689089790" sldId="258"/>
            <ac:picMk id="15" creationId="{D7C16873-1A38-4DE9-8CC1-AC1171F7507B}"/>
          </ac:picMkLst>
        </pc:picChg>
        <pc:picChg chg="add mod">
          <ac:chgData name="Helena Guertin" userId="ee45ea7c-58a3-45a6-b4fd-021d71680dbe" providerId="ADAL" clId="{EF57780B-876B-4829-A712-AE31C96D26BE}" dt="2025-04-01T09:09:16.593" v="26" actId="1076"/>
          <ac:picMkLst>
            <pc:docMk/>
            <pc:sldMk cId="2689089790" sldId="258"/>
            <ac:picMk id="17" creationId="{BB932B20-6F66-4962-9AF6-1EA16960BBF8}"/>
          </ac:picMkLst>
        </pc:picChg>
      </pc:sldChg>
      <pc:sldChg chg="modSp mod">
        <pc:chgData name="Helena Guertin" userId="ee45ea7c-58a3-45a6-b4fd-021d71680dbe" providerId="ADAL" clId="{EF57780B-876B-4829-A712-AE31C96D26BE}" dt="2025-04-01T09:11:03.341" v="65" actId="1076"/>
        <pc:sldMkLst>
          <pc:docMk/>
          <pc:sldMk cId="633738316" sldId="259"/>
        </pc:sldMkLst>
        <pc:spChg chg="mod">
          <ac:chgData name="Helena Guertin" userId="ee45ea7c-58a3-45a6-b4fd-021d71680dbe" providerId="ADAL" clId="{EF57780B-876B-4829-A712-AE31C96D26BE}" dt="2025-04-01T09:11:03.341" v="65" actId="1076"/>
          <ac:spMkLst>
            <pc:docMk/>
            <pc:sldMk cId="633738316" sldId="259"/>
            <ac:spMk id="3" creationId="{DB93FB3F-A8D4-46D3-A1C6-C79C64563729}"/>
          </ac:spMkLst>
        </pc:spChg>
      </pc:sldChg>
      <pc:sldChg chg="addSp delSp modSp new mod">
        <pc:chgData name="Helena Guertin" userId="ee45ea7c-58a3-45a6-b4fd-021d71680dbe" providerId="ADAL" clId="{EF57780B-876B-4829-A712-AE31C96D26BE}" dt="2025-04-01T09:29:17.632" v="301" actId="255"/>
        <pc:sldMkLst>
          <pc:docMk/>
          <pc:sldMk cId="1616552921" sldId="260"/>
        </pc:sldMkLst>
        <pc:spChg chg="mod">
          <ac:chgData name="Helena Guertin" userId="ee45ea7c-58a3-45a6-b4fd-021d71680dbe" providerId="ADAL" clId="{EF57780B-876B-4829-A712-AE31C96D26BE}" dt="2025-04-01T09:26:43.006" v="279" actId="207"/>
          <ac:spMkLst>
            <pc:docMk/>
            <pc:sldMk cId="1616552921" sldId="260"/>
            <ac:spMk id="2" creationId="{7575EFB3-E506-4089-A752-BE4A938758BF}"/>
          </ac:spMkLst>
        </pc:spChg>
        <pc:spChg chg="del">
          <ac:chgData name="Helena Guertin" userId="ee45ea7c-58a3-45a6-b4fd-021d71680dbe" providerId="ADAL" clId="{EF57780B-876B-4829-A712-AE31C96D26BE}" dt="2025-04-01T09:16:42.323" v="132" actId="1957"/>
          <ac:spMkLst>
            <pc:docMk/>
            <pc:sldMk cId="1616552921" sldId="260"/>
            <ac:spMk id="3" creationId="{FF6D09DF-976C-40E5-8BE8-13998C806340}"/>
          </ac:spMkLst>
        </pc:spChg>
        <pc:spChg chg="mod">
          <ac:chgData name="Helena Guertin" userId="ee45ea7c-58a3-45a6-b4fd-021d71680dbe" providerId="ADAL" clId="{EF57780B-876B-4829-A712-AE31C96D26BE}" dt="2025-04-01T09:29:10.654" v="298" actId="14100"/>
          <ac:spMkLst>
            <pc:docMk/>
            <pc:sldMk cId="1616552921" sldId="260"/>
            <ac:spMk id="4" creationId="{4F5D45C8-BAA3-49E1-BF48-C1EB093809ED}"/>
          </ac:spMkLst>
        </pc:spChg>
        <pc:spChg chg="add mod">
          <ac:chgData name="Helena Guertin" userId="ee45ea7c-58a3-45a6-b4fd-021d71680dbe" providerId="ADAL" clId="{EF57780B-876B-4829-A712-AE31C96D26BE}" dt="2025-04-01T09:28:56.447" v="296" actId="255"/>
          <ac:spMkLst>
            <pc:docMk/>
            <pc:sldMk cId="1616552921" sldId="260"/>
            <ac:spMk id="9" creationId="{7C8BD6DF-CF98-482C-95F3-6FC79D97A9C6}"/>
          </ac:spMkLst>
        </pc:spChg>
        <pc:spChg chg="add mod">
          <ac:chgData name="Helena Guertin" userId="ee45ea7c-58a3-45a6-b4fd-021d71680dbe" providerId="ADAL" clId="{EF57780B-876B-4829-A712-AE31C96D26BE}" dt="2025-04-01T09:29:17.632" v="301" actId="255"/>
          <ac:spMkLst>
            <pc:docMk/>
            <pc:sldMk cId="1616552921" sldId="260"/>
            <ac:spMk id="10" creationId="{0CB7C00E-937F-48B2-9101-CAC24BA95761}"/>
          </ac:spMkLst>
        </pc:spChg>
        <pc:graphicFrameChg chg="add mod">
          <ac:chgData name="Helena Guertin" userId="ee45ea7c-58a3-45a6-b4fd-021d71680dbe" providerId="ADAL" clId="{EF57780B-876B-4829-A712-AE31C96D26BE}" dt="2025-04-01T09:27:54.942" v="284" actId="1076"/>
          <ac:graphicFrameMkLst>
            <pc:docMk/>
            <pc:sldMk cId="1616552921" sldId="260"/>
            <ac:graphicFrameMk id="7" creationId="{C36647ED-9BD2-4F4F-B2DE-1EA3D8863CD7}"/>
          </ac:graphicFrameMkLst>
        </pc:graphicFrameChg>
        <pc:graphicFrameChg chg="add del mod">
          <ac:chgData name="Helena Guertin" userId="ee45ea7c-58a3-45a6-b4fd-021d71680dbe" providerId="ADAL" clId="{EF57780B-876B-4829-A712-AE31C96D26BE}" dt="2025-04-01T09:21:36.882" v="190" actId="478"/>
          <ac:graphicFrameMkLst>
            <pc:docMk/>
            <pc:sldMk cId="1616552921" sldId="260"/>
            <ac:graphicFrameMk id="8" creationId="{94DDA662-BB27-4383-AB96-1D9F0732B39A}"/>
          </ac:graphicFrameMkLst>
        </pc:graphicFrameChg>
      </pc:sldChg>
      <pc:sldChg chg="addSp delSp modSp new mod">
        <pc:chgData name="Helena Guertin" userId="ee45ea7c-58a3-45a6-b4fd-021d71680dbe" providerId="ADAL" clId="{EF57780B-876B-4829-A712-AE31C96D26BE}" dt="2025-04-01T09:51:34.130" v="405" actId="14100"/>
        <pc:sldMkLst>
          <pc:docMk/>
          <pc:sldMk cId="1266791725" sldId="261"/>
        </pc:sldMkLst>
        <pc:spChg chg="mod">
          <ac:chgData name="Helena Guertin" userId="ee45ea7c-58a3-45a6-b4fd-021d71680dbe" providerId="ADAL" clId="{EF57780B-876B-4829-A712-AE31C96D26BE}" dt="2025-04-01T09:30:58.407" v="346" actId="207"/>
          <ac:spMkLst>
            <pc:docMk/>
            <pc:sldMk cId="1266791725" sldId="261"/>
            <ac:spMk id="2" creationId="{D64A6983-45B4-4F5B-BF51-3765BAB1F541}"/>
          </ac:spMkLst>
        </pc:spChg>
        <pc:spChg chg="del">
          <ac:chgData name="Helena Guertin" userId="ee45ea7c-58a3-45a6-b4fd-021d71680dbe" providerId="ADAL" clId="{EF57780B-876B-4829-A712-AE31C96D26BE}" dt="2025-04-01T09:36:17.146" v="347" actId="931"/>
          <ac:spMkLst>
            <pc:docMk/>
            <pc:sldMk cId="1266791725" sldId="261"/>
            <ac:spMk id="3" creationId="{40FB9615-0FCB-4139-91C1-207E71435A36}"/>
          </ac:spMkLst>
        </pc:spChg>
        <pc:spChg chg="del">
          <ac:chgData name="Helena Guertin" userId="ee45ea7c-58a3-45a6-b4fd-021d71680dbe" providerId="ADAL" clId="{EF57780B-876B-4829-A712-AE31C96D26BE}" dt="2025-04-01T09:43:58.829" v="379" actId="478"/>
          <ac:spMkLst>
            <pc:docMk/>
            <pc:sldMk cId="1266791725" sldId="261"/>
            <ac:spMk id="4" creationId="{43D1D90D-00E9-4EFD-874B-0FC9A2BA34AC}"/>
          </ac:spMkLst>
        </pc:spChg>
        <pc:picChg chg="add mod">
          <ac:chgData name="Helena Guertin" userId="ee45ea7c-58a3-45a6-b4fd-021d71680dbe" providerId="ADAL" clId="{EF57780B-876B-4829-A712-AE31C96D26BE}" dt="2025-04-01T09:51:34.130" v="405" actId="14100"/>
          <ac:picMkLst>
            <pc:docMk/>
            <pc:sldMk cId="1266791725" sldId="261"/>
            <ac:picMk id="6" creationId="{BF5ED768-8028-4785-BD80-85FBDF682B99}"/>
          </ac:picMkLst>
        </pc:picChg>
        <pc:picChg chg="add mod">
          <ac:chgData name="Helena Guertin" userId="ee45ea7c-58a3-45a6-b4fd-021d71680dbe" providerId="ADAL" clId="{EF57780B-876B-4829-A712-AE31C96D26BE}" dt="2025-04-01T09:49:01.586" v="402" actId="1076"/>
          <ac:picMkLst>
            <pc:docMk/>
            <pc:sldMk cId="1266791725" sldId="261"/>
            <ac:picMk id="8" creationId="{E9DACC42-46FC-425B-897A-497101C47855}"/>
          </ac:picMkLst>
        </pc:picChg>
        <pc:picChg chg="add mod">
          <ac:chgData name="Helena Guertin" userId="ee45ea7c-58a3-45a6-b4fd-021d71680dbe" providerId="ADAL" clId="{EF57780B-876B-4829-A712-AE31C96D26BE}" dt="2025-04-01T09:46:24.026" v="393" actId="1076"/>
          <ac:picMkLst>
            <pc:docMk/>
            <pc:sldMk cId="1266791725" sldId="261"/>
            <ac:picMk id="10" creationId="{063D51C0-E3C5-4E67-BB01-17F388DDB3F0}"/>
          </ac:picMkLst>
        </pc:picChg>
        <pc:picChg chg="add mod">
          <ac:chgData name="Helena Guertin" userId="ee45ea7c-58a3-45a6-b4fd-021d71680dbe" providerId="ADAL" clId="{EF57780B-876B-4829-A712-AE31C96D26BE}" dt="2025-04-01T09:49:00.082" v="401" actId="1076"/>
          <ac:picMkLst>
            <pc:docMk/>
            <pc:sldMk cId="1266791725" sldId="261"/>
            <ac:picMk id="12" creationId="{A1D14426-023D-4580-A8F0-60A9921CCE9C}"/>
          </ac:picMkLst>
        </pc:picChg>
        <pc:picChg chg="add mod">
          <ac:chgData name="Helena Guertin" userId="ee45ea7c-58a3-45a6-b4fd-021d71680dbe" providerId="ADAL" clId="{EF57780B-876B-4829-A712-AE31C96D26BE}" dt="2025-04-01T09:46:28.963" v="395" actId="1076"/>
          <ac:picMkLst>
            <pc:docMk/>
            <pc:sldMk cId="1266791725" sldId="261"/>
            <ac:picMk id="14" creationId="{D8D27117-E1E8-4DEB-B6EF-351E411BB52F}"/>
          </ac:picMkLst>
        </pc:picChg>
        <pc:picChg chg="add mod">
          <ac:chgData name="Helena Guertin" userId="ee45ea7c-58a3-45a6-b4fd-021d71680dbe" providerId="ADAL" clId="{EF57780B-876B-4829-A712-AE31C96D26BE}" dt="2025-04-01T09:46:21.898" v="392" actId="1076"/>
          <ac:picMkLst>
            <pc:docMk/>
            <pc:sldMk cId="1266791725" sldId="261"/>
            <ac:picMk id="15" creationId="{25146A3B-C895-4ECC-82AC-8D9696E31078}"/>
          </ac:picMkLst>
        </pc:picChg>
      </pc:sldChg>
      <pc:sldChg chg="addSp delSp modSp new mod">
        <pc:chgData name="Helena Guertin" userId="ee45ea7c-58a3-45a6-b4fd-021d71680dbe" providerId="ADAL" clId="{EF57780B-876B-4829-A712-AE31C96D26BE}" dt="2025-04-01T10:05:05.765" v="565" actId="14100"/>
        <pc:sldMkLst>
          <pc:docMk/>
          <pc:sldMk cId="20603384" sldId="262"/>
        </pc:sldMkLst>
        <pc:spChg chg="mod">
          <ac:chgData name="Helena Guertin" userId="ee45ea7c-58a3-45a6-b4fd-021d71680dbe" providerId="ADAL" clId="{EF57780B-876B-4829-A712-AE31C96D26BE}" dt="2025-04-01T09:59:41.103" v="510" actId="113"/>
          <ac:spMkLst>
            <pc:docMk/>
            <pc:sldMk cId="20603384" sldId="262"/>
            <ac:spMk id="2" creationId="{DEF549BE-8EE8-4AEE-9CC9-45A777EF0596}"/>
          </ac:spMkLst>
        </pc:spChg>
        <pc:spChg chg="mod">
          <ac:chgData name="Helena Guertin" userId="ee45ea7c-58a3-45a6-b4fd-021d71680dbe" providerId="ADAL" clId="{EF57780B-876B-4829-A712-AE31C96D26BE}" dt="2025-04-01T10:02:25.413" v="539" actId="1076"/>
          <ac:spMkLst>
            <pc:docMk/>
            <pc:sldMk cId="20603384" sldId="262"/>
            <ac:spMk id="3" creationId="{75D27984-7E96-43CE-BA47-EF1481AE8CEA}"/>
          </ac:spMkLst>
        </pc:spChg>
        <pc:spChg chg="del mod">
          <ac:chgData name="Helena Guertin" userId="ee45ea7c-58a3-45a6-b4fd-021d71680dbe" providerId="ADAL" clId="{EF57780B-876B-4829-A712-AE31C96D26BE}" dt="2025-04-01T10:00:57.050" v="524" actId="478"/>
          <ac:spMkLst>
            <pc:docMk/>
            <pc:sldMk cId="20603384" sldId="262"/>
            <ac:spMk id="4" creationId="{1471E469-57B2-4FFC-A483-039C89833C2A}"/>
          </ac:spMkLst>
        </pc:spChg>
        <pc:picChg chg="add mod">
          <ac:chgData name="Helena Guertin" userId="ee45ea7c-58a3-45a6-b4fd-021d71680dbe" providerId="ADAL" clId="{EF57780B-876B-4829-A712-AE31C96D26BE}" dt="2025-04-01T10:04:57.150" v="562" actId="207"/>
          <ac:picMkLst>
            <pc:docMk/>
            <pc:sldMk cId="20603384" sldId="262"/>
            <ac:picMk id="6" creationId="{EE1995F3-CBDB-40CE-88C7-ED44C7712FD0}"/>
          </ac:picMkLst>
        </pc:picChg>
        <pc:picChg chg="add mod">
          <ac:chgData name="Helena Guertin" userId="ee45ea7c-58a3-45a6-b4fd-021d71680dbe" providerId="ADAL" clId="{EF57780B-876B-4829-A712-AE31C96D26BE}" dt="2025-04-01T10:05:00.062" v="563" actId="207"/>
          <ac:picMkLst>
            <pc:docMk/>
            <pc:sldMk cId="20603384" sldId="262"/>
            <ac:picMk id="8" creationId="{BD2A96B2-746D-41D5-869D-485EDCA13E41}"/>
          </ac:picMkLst>
        </pc:picChg>
        <pc:picChg chg="add mod">
          <ac:chgData name="Helena Guertin" userId="ee45ea7c-58a3-45a6-b4fd-021d71680dbe" providerId="ADAL" clId="{EF57780B-876B-4829-A712-AE31C96D26BE}" dt="2025-04-01T10:05:05.765" v="565" actId="14100"/>
          <ac:picMkLst>
            <pc:docMk/>
            <pc:sldMk cId="20603384" sldId="262"/>
            <ac:picMk id="10" creationId="{CC64CA79-D606-410F-8493-39D100047F93}"/>
          </ac:picMkLst>
        </pc:picChg>
      </pc:sldChg>
      <pc:sldChg chg="addSp delSp modSp new mod">
        <pc:chgData name="Helena Guertin" userId="ee45ea7c-58a3-45a6-b4fd-021d71680dbe" providerId="ADAL" clId="{EF57780B-876B-4829-A712-AE31C96D26BE}" dt="2025-04-01T10:13:52.225" v="801" actId="1076"/>
        <pc:sldMkLst>
          <pc:docMk/>
          <pc:sldMk cId="4146784505" sldId="263"/>
        </pc:sldMkLst>
        <pc:spChg chg="mod">
          <ac:chgData name="Helena Guertin" userId="ee45ea7c-58a3-45a6-b4fd-021d71680dbe" providerId="ADAL" clId="{EF57780B-876B-4829-A712-AE31C96D26BE}" dt="2025-04-01T10:08:28.060" v="609" actId="20577"/>
          <ac:spMkLst>
            <pc:docMk/>
            <pc:sldMk cId="4146784505" sldId="263"/>
            <ac:spMk id="2" creationId="{18846BDE-FCF1-49E1-9004-CFEB8FDDA4E8}"/>
          </ac:spMkLst>
        </pc:spChg>
        <pc:spChg chg="mod">
          <ac:chgData name="Helena Guertin" userId="ee45ea7c-58a3-45a6-b4fd-021d71680dbe" providerId="ADAL" clId="{EF57780B-876B-4829-A712-AE31C96D26BE}" dt="2025-04-01T10:13:36.898" v="797" actId="1076"/>
          <ac:spMkLst>
            <pc:docMk/>
            <pc:sldMk cId="4146784505" sldId="263"/>
            <ac:spMk id="3" creationId="{0DCF63E9-0A20-404B-B119-2307E6D3AEFD}"/>
          </ac:spMkLst>
        </pc:spChg>
        <pc:spChg chg="del mod">
          <ac:chgData name="Helena Guertin" userId="ee45ea7c-58a3-45a6-b4fd-021d71680dbe" providerId="ADAL" clId="{EF57780B-876B-4829-A712-AE31C96D26BE}" dt="2025-04-01T10:12:26.602" v="791" actId="478"/>
          <ac:spMkLst>
            <pc:docMk/>
            <pc:sldMk cId="4146784505" sldId="263"/>
            <ac:spMk id="4" creationId="{4593A834-A9EA-45EA-8469-5EAAD8A42DDD}"/>
          </ac:spMkLst>
        </pc:spChg>
        <pc:picChg chg="add mod">
          <ac:chgData name="Helena Guertin" userId="ee45ea7c-58a3-45a6-b4fd-021d71680dbe" providerId="ADAL" clId="{EF57780B-876B-4829-A712-AE31C96D26BE}" dt="2025-04-01T10:13:50.074" v="800" actId="1076"/>
          <ac:picMkLst>
            <pc:docMk/>
            <pc:sldMk cId="4146784505" sldId="263"/>
            <ac:picMk id="6" creationId="{C75A0881-F3A7-466B-8C67-8ECC3309D298}"/>
          </ac:picMkLst>
        </pc:picChg>
        <pc:picChg chg="add mod">
          <ac:chgData name="Helena Guertin" userId="ee45ea7c-58a3-45a6-b4fd-021d71680dbe" providerId="ADAL" clId="{EF57780B-876B-4829-A712-AE31C96D26BE}" dt="2025-04-01T10:13:52.225" v="801" actId="1076"/>
          <ac:picMkLst>
            <pc:docMk/>
            <pc:sldMk cId="4146784505" sldId="263"/>
            <ac:picMk id="7" creationId="{492AA934-5681-4B3F-AC8C-AC658F784BF6}"/>
          </ac:picMkLst>
        </pc:picChg>
      </pc:sldChg>
    </pc:docChg>
  </pc:docChgLst>
  <pc:docChgLst>
    <pc:chgData name="Helena" userId="ee45ea7c-58a3-45a6-b4fd-021d71680dbe" providerId="ADAL" clId="{7AD8C75C-02FD-40CB-9C80-A0EF245A1B47}"/>
    <pc:docChg chg="custSel addSld modSld">
      <pc:chgData name="Helena" userId="ee45ea7c-58a3-45a6-b4fd-021d71680dbe" providerId="ADAL" clId="{7AD8C75C-02FD-40CB-9C80-A0EF245A1B47}" dt="2025-04-01T12:30:38.891" v="504" actId="1076"/>
      <pc:docMkLst>
        <pc:docMk/>
      </pc:docMkLst>
      <pc:sldChg chg="addSp modSp mod">
        <pc:chgData name="Helena" userId="ee45ea7c-58a3-45a6-b4fd-021d71680dbe" providerId="ADAL" clId="{7AD8C75C-02FD-40CB-9C80-A0EF245A1B47}" dt="2025-04-01T12:11:17.222" v="35" actId="1076"/>
        <pc:sldMkLst>
          <pc:docMk/>
          <pc:sldMk cId="1616552921" sldId="260"/>
        </pc:sldMkLst>
        <pc:spChg chg="add mod">
          <ac:chgData name="Helena" userId="ee45ea7c-58a3-45a6-b4fd-021d71680dbe" providerId="ADAL" clId="{7AD8C75C-02FD-40CB-9C80-A0EF245A1B47}" dt="2025-04-01T12:11:17.222" v="35" actId="1076"/>
          <ac:spMkLst>
            <pc:docMk/>
            <pc:sldMk cId="1616552921" sldId="260"/>
            <ac:spMk id="3" creationId="{7B162B1B-3B00-42D1-B11D-0D4E61266A88}"/>
          </ac:spMkLst>
        </pc:spChg>
        <pc:graphicFrameChg chg="mod">
          <ac:chgData name="Helena" userId="ee45ea7c-58a3-45a6-b4fd-021d71680dbe" providerId="ADAL" clId="{7AD8C75C-02FD-40CB-9C80-A0EF245A1B47}" dt="2025-04-01T12:11:13.837" v="34" actId="1076"/>
          <ac:graphicFrameMkLst>
            <pc:docMk/>
            <pc:sldMk cId="1616552921" sldId="260"/>
            <ac:graphicFrameMk id="7" creationId="{C36647ED-9BD2-4F4F-B2DE-1EA3D8863CD7}"/>
          </ac:graphicFrameMkLst>
        </pc:graphicFrameChg>
      </pc:sldChg>
      <pc:sldChg chg="modSp mod">
        <pc:chgData name="Helena" userId="ee45ea7c-58a3-45a6-b4fd-021d71680dbe" providerId="ADAL" clId="{7AD8C75C-02FD-40CB-9C80-A0EF245A1B47}" dt="2025-04-01T12:30:38.891" v="504" actId="1076"/>
        <pc:sldMkLst>
          <pc:docMk/>
          <pc:sldMk cId="4146784505" sldId="263"/>
        </pc:sldMkLst>
        <pc:spChg chg="mod">
          <ac:chgData name="Helena" userId="ee45ea7c-58a3-45a6-b4fd-021d71680dbe" providerId="ADAL" clId="{7AD8C75C-02FD-40CB-9C80-A0EF245A1B47}" dt="2025-04-01T12:30:30.961" v="502" actId="1076"/>
          <ac:spMkLst>
            <pc:docMk/>
            <pc:sldMk cId="4146784505" sldId="263"/>
            <ac:spMk id="3" creationId="{0DCF63E9-0A20-404B-B119-2307E6D3AEFD}"/>
          </ac:spMkLst>
        </pc:spChg>
        <pc:picChg chg="mod">
          <ac:chgData name="Helena" userId="ee45ea7c-58a3-45a6-b4fd-021d71680dbe" providerId="ADAL" clId="{7AD8C75C-02FD-40CB-9C80-A0EF245A1B47}" dt="2025-04-01T12:30:35.546" v="503" actId="1076"/>
          <ac:picMkLst>
            <pc:docMk/>
            <pc:sldMk cId="4146784505" sldId="263"/>
            <ac:picMk id="6" creationId="{C75A0881-F3A7-466B-8C67-8ECC3309D298}"/>
          </ac:picMkLst>
        </pc:picChg>
        <pc:picChg chg="mod">
          <ac:chgData name="Helena" userId="ee45ea7c-58a3-45a6-b4fd-021d71680dbe" providerId="ADAL" clId="{7AD8C75C-02FD-40CB-9C80-A0EF245A1B47}" dt="2025-04-01T12:30:38.891" v="504" actId="1076"/>
          <ac:picMkLst>
            <pc:docMk/>
            <pc:sldMk cId="4146784505" sldId="263"/>
            <ac:picMk id="7" creationId="{492AA934-5681-4B3F-AC8C-AC658F784BF6}"/>
          </ac:picMkLst>
        </pc:picChg>
      </pc:sldChg>
      <pc:sldChg chg="addSp delSp modSp new mod">
        <pc:chgData name="Helena" userId="ee45ea7c-58a3-45a6-b4fd-021d71680dbe" providerId="ADAL" clId="{7AD8C75C-02FD-40CB-9C80-A0EF245A1B47}" dt="2025-04-01T12:29:03.578" v="501" actId="1076"/>
        <pc:sldMkLst>
          <pc:docMk/>
          <pc:sldMk cId="3932858051" sldId="264"/>
        </pc:sldMkLst>
        <pc:spChg chg="mod">
          <ac:chgData name="Helena" userId="ee45ea7c-58a3-45a6-b4fd-021d71680dbe" providerId="ADAL" clId="{7AD8C75C-02FD-40CB-9C80-A0EF245A1B47}" dt="2025-04-01T12:14:17.264" v="194" actId="20577"/>
          <ac:spMkLst>
            <pc:docMk/>
            <pc:sldMk cId="3932858051" sldId="264"/>
            <ac:spMk id="2" creationId="{AEA88FFE-D024-4FD1-8254-3FDE27B4A807}"/>
          </ac:spMkLst>
        </pc:spChg>
        <pc:spChg chg="mod">
          <ac:chgData name="Helena" userId="ee45ea7c-58a3-45a6-b4fd-021d71680dbe" providerId="ADAL" clId="{7AD8C75C-02FD-40CB-9C80-A0EF245A1B47}" dt="2025-04-01T12:29:03.578" v="501" actId="1076"/>
          <ac:spMkLst>
            <pc:docMk/>
            <pc:sldMk cId="3932858051" sldId="264"/>
            <ac:spMk id="3" creationId="{5C250B65-C695-4717-A683-BF236A87F8F0}"/>
          </ac:spMkLst>
        </pc:spChg>
        <pc:spChg chg="del">
          <ac:chgData name="Helena" userId="ee45ea7c-58a3-45a6-b4fd-021d71680dbe" providerId="ADAL" clId="{7AD8C75C-02FD-40CB-9C80-A0EF245A1B47}" dt="2025-04-01T12:23:42.356" v="477" actId="478"/>
          <ac:spMkLst>
            <pc:docMk/>
            <pc:sldMk cId="3932858051" sldId="264"/>
            <ac:spMk id="4" creationId="{5102616A-309C-46B6-AAE2-719794C8B535}"/>
          </ac:spMkLst>
        </pc:spChg>
        <pc:graphicFrameChg chg="add mod">
          <ac:chgData name="Helena" userId="ee45ea7c-58a3-45a6-b4fd-021d71680dbe" providerId="ADAL" clId="{7AD8C75C-02FD-40CB-9C80-A0EF245A1B47}" dt="2025-04-01T12:29:00.288" v="500" actId="14100"/>
          <ac:graphicFrameMkLst>
            <pc:docMk/>
            <pc:sldMk cId="3932858051" sldId="264"/>
            <ac:graphicFrameMk id="7" creationId="{2130938F-22FA-47DB-94DD-47AA82B90C0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7900-4011-AC6E-D1C45884CAB2}"/>
              </c:ext>
            </c:extLst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900-4011-AC6E-D1C45884CAB2}"/>
              </c:ext>
            </c:extLst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7900-4011-AC6E-D1C45884CAB2}"/>
              </c:ext>
            </c:extLst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900-4011-AC6E-D1C45884CAB2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900-4011-AC6E-D1C45884CAB2}"/>
                </c:ext>
              </c:extLst>
            </c:dLbl>
            <c:dLbl>
              <c:idx val="1"/>
              <c:spPr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900-4011-AC6E-D1C45884CAB2}"/>
                </c:ext>
              </c:extLst>
            </c:dLbl>
            <c:dLbl>
              <c:idx val="2"/>
              <c:spPr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900-4011-AC6E-D1C45884CAB2}"/>
                </c:ext>
              </c:extLst>
            </c:dLbl>
            <c:dLbl>
              <c:idx val="3"/>
              <c:spPr>
                <a:solidFill>
                  <a:schemeClr val="bg1"/>
                </a:solidFill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900-4011-AC6E-D1C45884CAB2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bg1"/>
                </a:solidFill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3"/>
                <c:pt idx="0">
                  <c:v>Informatique</c:v>
                </c:pt>
                <c:pt idx="1">
                  <c:v>Mathématiques et Statistique</c:v>
                </c:pt>
                <c:pt idx="2">
                  <c:v>Enseignement général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35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00-4011-AC6E-D1C45884CA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Répartition des élèves à la fin du BUT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répartition des élèves à la fin du BUT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Feuil1!$A$2:$A$3</c:f>
              <c:strCache>
                <c:ptCount val="2"/>
                <c:pt idx="0">
                  <c:v>Insertion professionnelle</c:v>
                </c:pt>
                <c:pt idx="1">
                  <c:v>Poursuite d'étude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34-42B8-955A-A54DAD7A506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203A7B-FA2B-4A53-A4E4-6B1B735FE22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DA61F83-1674-429B-8C58-3C1C8C658A5F}">
      <dgm:prSet phldrT="[Texte]"/>
      <dgm:spPr/>
      <dgm:t>
        <a:bodyPr/>
        <a:lstStyle/>
        <a:p>
          <a:r>
            <a:rPr lang="fr-FR" dirty="0"/>
            <a:t>Une formation concrète et connectée aux technologies actuelles</a:t>
          </a:r>
        </a:p>
      </dgm:t>
    </dgm:pt>
    <dgm:pt modelId="{E6D4BF05-9FFF-4190-AB11-BCB3519320EF}" type="parTrans" cxnId="{6B199585-DFAE-4E8A-97E2-AB6898743C53}">
      <dgm:prSet/>
      <dgm:spPr/>
      <dgm:t>
        <a:bodyPr/>
        <a:lstStyle/>
        <a:p>
          <a:endParaRPr lang="fr-FR"/>
        </a:p>
      </dgm:t>
    </dgm:pt>
    <dgm:pt modelId="{2C1E7999-079E-4279-BC06-254B553E79E1}" type="sibTrans" cxnId="{6B199585-DFAE-4E8A-97E2-AB6898743C53}">
      <dgm:prSet/>
      <dgm:spPr/>
      <dgm:t>
        <a:bodyPr/>
        <a:lstStyle/>
        <a:p>
          <a:endParaRPr lang="fr-FR"/>
        </a:p>
      </dgm:t>
    </dgm:pt>
    <dgm:pt modelId="{1AA0C3D9-47B3-47EF-B12C-8288AD7981A9}">
      <dgm:prSet phldrT="[Texte]"/>
      <dgm:spPr/>
      <dgm:t>
        <a:bodyPr/>
        <a:lstStyle/>
        <a:p>
          <a:r>
            <a:rPr lang="fr-FR" dirty="0"/>
            <a:t>Des cours qui allient théorie et pratique</a:t>
          </a:r>
        </a:p>
      </dgm:t>
    </dgm:pt>
    <dgm:pt modelId="{FCB0E666-A0B1-4506-BBA0-388D9C07F3B2}" type="parTrans" cxnId="{D890F544-41C0-4D76-8531-0C8ADBA715FA}">
      <dgm:prSet/>
      <dgm:spPr/>
      <dgm:t>
        <a:bodyPr/>
        <a:lstStyle/>
        <a:p>
          <a:endParaRPr lang="fr-FR"/>
        </a:p>
      </dgm:t>
    </dgm:pt>
    <dgm:pt modelId="{FFD60D0F-B467-4803-9C1A-393F2537D858}" type="sibTrans" cxnId="{D890F544-41C0-4D76-8531-0C8ADBA715FA}">
      <dgm:prSet/>
      <dgm:spPr/>
      <dgm:t>
        <a:bodyPr/>
        <a:lstStyle/>
        <a:p>
          <a:endParaRPr lang="fr-FR"/>
        </a:p>
      </dgm:t>
    </dgm:pt>
    <dgm:pt modelId="{8CE92AA7-9359-4278-8B4B-94C9253AC9AE}">
      <dgm:prSet phldrT="[Texte]"/>
      <dgm:spPr/>
      <dgm:t>
        <a:bodyPr/>
        <a:lstStyle/>
        <a:p>
          <a:r>
            <a:rPr lang="fr-FR" dirty="0"/>
            <a:t>Des professeurs engagés et disponible</a:t>
          </a:r>
        </a:p>
      </dgm:t>
    </dgm:pt>
    <dgm:pt modelId="{206442A8-41F6-4698-A734-AF74AC497DD5}" type="parTrans" cxnId="{B33F2D1E-CD36-40FA-834F-F55B0FBE9FEF}">
      <dgm:prSet/>
      <dgm:spPr/>
      <dgm:t>
        <a:bodyPr/>
        <a:lstStyle/>
        <a:p>
          <a:endParaRPr lang="fr-FR"/>
        </a:p>
      </dgm:t>
    </dgm:pt>
    <dgm:pt modelId="{D6C09763-1807-4504-B131-5AF0FA23D3F5}" type="sibTrans" cxnId="{B33F2D1E-CD36-40FA-834F-F55B0FBE9FEF}">
      <dgm:prSet/>
      <dgm:spPr/>
      <dgm:t>
        <a:bodyPr/>
        <a:lstStyle/>
        <a:p>
          <a:endParaRPr lang="fr-FR"/>
        </a:p>
      </dgm:t>
    </dgm:pt>
    <dgm:pt modelId="{15A2FE4C-57B7-4B07-9F7C-D81B8484548F}">
      <dgm:prSet phldrT="[Texte]"/>
      <dgm:spPr/>
      <dgm:t>
        <a:bodyPr/>
        <a:lstStyle/>
        <a:p>
          <a:r>
            <a:rPr lang="fr-FR" dirty="0"/>
            <a:t>Un tremplin vers une insertion professionnelle réussie</a:t>
          </a:r>
        </a:p>
      </dgm:t>
    </dgm:pt>
    <dgm:pt modelId="{98661E84-2656-4518-84C6-C5E751A00AB7}" type="parTrans" cxnId="{458E31FB-4D97-4046-A1D2-0964BC05B37E}">
      <dgm:prSet/>
      <dgm:spPr/>
      <dgm:t>
        <a:bodyPr/>
        <a:lstStyle/>
        <a:p>
          <a:endParaRPr lang="fr-FR"/>
        </a:p>
      </dgm:t>
    </dgm:pt>
    <dgm:pt modelId="{1A0B9919-0A31-493A-84C3-5E9390E12D52}" type="sibTrans" cxnId="{458E31FB-4D97-4046-A1D2-0964BC05B37E}">
      <dgm:prSet/>
      <dgm:spPr/>
      <dgm:t>
        <a:bodyPr/>
        <a:lstStyle/>
        <a:p>
          <a:endParaRPr lang="fr-FR"/>
        </a:p>
      </dgm:t>
    </dgm:pt>
    <dgm:pt modelId="{22DF4DC0-03E1-4242-8D86-F4ED1186B4E7}">
      <dgm:prSet phldrT="[Texte]"/>
      <dgm:spPr/>
      <dgm:t>
        <a:bodyPr/>
        <a:lstStyle/>
        <a:p>
          <a:r>
            <a:rPr lang="fr-FR" dirty="0"/>
            <a:t>Une préparation idéale pour poursuivre tes études</a:t>
          </a:r>
        </a:p>
      </dgm:t>
    </dgm:pt>
    <dgm:pt modelId="{BBE5203D-B6B8-4B5F-9242-7DBB950C405A}" type="parTrans" cxnId="{3D56A6F6-A9C8-4727-B84C-00D714E3EE51}">
      <dgm:prSet/>
      <dgm:spPr/>
      <dgm:t>
        <a:bodyPr/>
        <a:lstStyle/>
        <a:p>
          <a:endParaRPr lang="fr-FR"/>
        </a:p>
      </dgm:t>
    </dgm:pt>
    <dgm:pt modelId="{95D47B17-B76A-4873-9FD4-61B75C08762A}" type="sibTrans" cxnId="{3D56A6F6-A9C8-4727-B84C-00D714E3EE51}">
      <dgm:prSet/>
      <dgm:spPr/>
      <dgm:t>
        <a:bodyPr/>
        <a:lstStyle/>
        <a:p>
          <a:endParaRPr lang="fr-FR"/>
        </a:p>
      </dgm:t>
    </dgm:pt>
    <dgm:pt modelId="{BFC0ED19-3487-4E26-9B5A-3587B51561AE}" type="pres">
      <dgm:prSet presAssocID="{54203A7B-FA2B-4A53-A4E4-6B1B735FE223}" presName="Name0" presStyleCnt="0">
        <dgm:presLayoutVars>
          <dgm:chMax val="7"/>
          <dgm:chPref val="7"/>
          <dgm:dir/>
        </dgm:presLayoutVars>
      </dgm:prSet>
      <dgm:spPr/>
    </dgm:pt>
    <dgm:pt modelId="{9ACC6F05-5F52-4B73-B7CC-DFF43C5F9AD8}" type="pres">
      <dgm:prSet presAssocID="{54203A7B-FA2B-4A53-A4E4-6B1B735FE223}" presName="Name1" presStyleCnt="0"/>
      <dgm:spPr/>
    </dgm:pt>
    <dgm:pt modelId="{0EA23FDB-0596-41DB-91B5-CA90522333E3}" type="pres">
      <dgm:prSet presAssocID="{54203A7B-FA2B-4A53-A4E4-6B1B735FE223}" presName="cycle" presStyleCnt="0"/>
      <dgm:spPr/>
    </dgm:pt>
    <dgm:pt modelId="{46FA4426-1CE6-4977-B0B7-F18AEE75D2D9}" type="pres">
      <dgm:prSet presAssocID="{54203A7B-FA2B-4A53-A4E4-6B1B735FE223}" presName="srcNode" presStyleLbl="node1" presStyleIdx="0" presStyleCnt="5"/>
      <dgm:spPr/>
    </dgm:pt>
    <dgm:pt modelId="{E2F5D417-A813-409B-9343-8A2299CB13BB}" type="pres">
      <dgm:prSet presAssocID="{54203A7B-FA2B-4A53-A4E4-6B1B735FE223}" presName="conn" presStyleLbl="parChTrans1D2" presStyleIdx="0" presStyleCnt="1"/>
      <dgm:spPr/>
    </dgm:pt>
    <dgm:pt modelId="{6AC06A17-7341-405A-9F63-49499ADF28C8}" type="pres">
      <dgm:prSet presAssocID="{54203A7B-FA2B-4A53-A4E4-6B1B735FE223}" presName="extraNode" presStyleLbl="node1" presStyleIdx="0" presStyleCnt="5"/>
      <dgm:spPr/>
    </dgm:pt>
    <dgm:pt modelId="{C6CC5224-39DB-455E-BDD9-382FC5B8C51B}" type="pres">
      <dgm:prSet presAssocID="{54203A7B-FA2B-4A53-A4E4-6B1B735FE223}" presName="dstNode" presStyleLbl="node1" presStyleIdx="0" presStyleCnt="5"/>
      <dgm:spPr/>
    </dgm:pt>
    <dgm:pt modelId="{3D2227F0-F77F-416E-AF00-A96D5D9D4D06}" type="pres">
      <dgm:prSet presAssocID="{EDA61F83-1674-429B-8C58-3C1C8C658A5F}" presName="text_1" presStyleLbl="node1" presStyleIdx="0" presStyleCnt="5">
        <dgm:presLayoutVars>
          <dgm:bulletEnabled val="1"/>
        </dgm:presLayoutVars>
      </dgm:prSet>
      <dgm:spPr/>
    </dgm:pt>
    <dgm:pt modelId="{4BA6E500-D29A-4D2D-AFB7-A06D311FD7D8}" type="pres">
      <dgm:prSet presAssocID="{EDA61F83-1674-429B-8C58-3C1C8C658A5F}" presName="accent_1" presStyleCnt="0"/>
      <dgm:spPr/>
    </dgm:pt>
    <dgm:pt modelId="{662C3BAA-04B4-4A72-A7DE-F8C39727FB45}" type="pres">
      <dgm:prSet presAssocID="{EDA61F83-1674-429B-8C58-3C1C8C658A5F}" presName="accentRepeatNode" presStyleLbl="solidFgAcc1" presStyleIdx="0" presStyleCnt="5"/>
      <dgm:spPr/>
    </dgm:pt>
    <dgm:pt modelId="{402E4257-B642-43E2-8367-8AA4444A4A71}" type="pres">
      <dgm:prSet presAssocID="{1AA0C3D9-47B3-47EF-B12C-8288AD7981A9}" presName="text_2" presStyleLbl="node1" presStyleIdx="1" presStyleCnt="5">
        <dgm:presLayoutVars>
          <dgm:bulletEnabled val="1"/>
        </dgm:presLayoutVars>
      </dgm:prSet>
      <dgm:spPr/>
    </dgm:pt>
    <dgm:pt modelId="{60264AAD-627B-4919-992E-8CD66B596CDD}" type="pres">
      <dgm:prSet presAssocID="{1AA0C3D9-47B3-47EF-B12C-8288AD7981A9}" presName="accent_2" presStyleCnt="0"/>
      <dgm:spPr/>
    </dgm:pt>
    <dgm:pt modelId="{C7A32EA5-08B6-471C-B7D2-B2BC7DF188E3}" type="pres">
      <dgm:prSet presAssocID="{1AA0C3D9-47B3-47EF-B12C-8288AD7981A9}" presName="accentRepeatNode" presStyleLbl="solidFgAcc1" presStyleIdx="1" presStyleCnt="5"/>
      <dgm:spPr/>
    </dgm:pt>
    <dgm:pt modelId="{E139265D-9E8C-48FE-8C5C-E475CFC5A875}" type="pres">
      <dgm:prSet presAssocID="{8CE92AA7-9359-4278-8B4B-94C9253AC9AE}" presName="text_3" presStyleLbl="node1" presStyleIdx="2" presStyleCnt="5">
        <dgm:presLayoutVars>
          <dgm:bulletEnabled val="1"/>
        </dgm:presLayoutVars>
      </dgm:prSet>
      <dgm:spPr/>
    </dgm:pt>
    <dgm:pt modelId="{3ED9EA10-33EF-4E03-B7DD-C8CEC8BFA7A2}" type="pres">
      <dgm:prSet presAssocID="{8CE92AA7-9359-4278-8B4B-94C9253AC9AE}" presName="accent_3" presStyleCnt="0"/>
      <dgm:spPr/>
    </dgm:pt>
    <dgm:pt modelId="{1E0D7A34-DDA8-499E-9DCB-ECC30E20B2F5}" type="pres">
      <dgm:prSet presAssocID="{8CE92AA7-9359-4278-8B4B-94C9253AC9AE}" presName="accentRepeatNode" presStyleLbl="solidFgAcc1" presStyleIdx="2" presStyleCnt="5"/>
      <dgm:spPr/>
    </dgm:pt>
    <dgm:pt modelId="{6021E311-938C-4D79-BE17-42D7C9A94F48}" type="pres">
      <dgm:prSet presAssocID="{22DF4DC0-03E1-4242-8D86-F4ED1186B4E7}" presName="text_4" presStyleLbl="node1" presStyleIdx="3" presStyleCnt="5">
        <dgm:presLayoutVars>
          <dgm:bulletEnabled val="1"/>
        </dgm:presLayoutVars>
      </dgm:prSet>
      <dgm:spPr/>
    </dgm:pt>
    <dgm:pt modelId="{DCF2FF9D-072C-4539-84BC-68D0A067C066}" type="pres">
      <dgm:prSet presAssocID="{22DF4DC0-03E1-4242-8D86-F4ED1186B4E7}" presName="accent_4" presStyleCnt="0"/>
      <dgm:spPr/>
    </dgm:pt>
    <dgm:pt modelId="{6EE60E06-F846-467F-B01F-B8670FA8BDB3}" type="pres">
      <dgm:prSet presAssocID="{22DF4DC0-03E1-4242-8D86-F4ED1186B4E7}" presName="accentRepeatNode" presStyleLbl="solidFgAcc1" presStyleIdx="3" presStyleCnt="5"/>
      <dgm:spPr/>
    </dgm:pt>
    <dgm:pt modelId="{111BAFCE-5C24-4D3B-AC28-9E14E0FD2667}" type="pres">
      <dgm:prSet presAssocID="{15A2FE4C-57B7-4B07-9F7C-D81B8484548F}" presName="text_5" presStyleLbl="node1" presStyleIdx="4" presStyleCnt="5">
        <dgm:presLayoutVars>
          <dgm:bulletEnabled val="1"/>
        </dgm:presLayoutVars>
      </dgm:prSet>
      <dgm:spPr/>
    </dgm:pt>
    <dgm:pt modelId="{BF722C46-B2CA-4B11-AA2A-001E6D4EE7C2}" type="pres">
      <dgm:prSet presAssocID="{15A2FE4C-57B7-4B07-9F7C-D81B8484548F}" presName="accent_5" presStyleCnt="0"/>
      <dgm:spPr/>
    </dgm:pt>
    <dgm:pt modelId="{95079C32-39BA-41A0-9EFB-E191C7821D2E}" type="pres">
      <dgm:prSet presAssocID="{15A2FE4C-57B7-4B07-9F7C-D81B8484548F}" presName="accentRepeatNode" presStyleLbl="solidFgAcc1" presStyleIdx="4" presStyleCnt="5"/>
      <dgm:spPr/>
    </dgm:pt>
  </dgm:ptLst>
  <dgm:cxnLst>
    <dgm:cxn modelId="{E702251E-5E9B-4DE8-994B-BD2DDC8687B4}" type="presOf" srcId="{8CE92AA7-9359-4278-8B4B-94C9253AC9AE}" destId="{E139265D-9E8C-48FE-8C5C-E475CFC5A875}" srcOrd="0" destOrd="0" presId="urn:microsoft.com/office/officeart/2008/layout/VerticalCurvedList"/>
    <dgm:cxn modelId="{B33F2D1E-CD36-40FA-834F-F55B0FBE9FEF}" srcId="{54203A7B-FA2B-4A53-A4E4-6B1B735FE223}" destId="{8CE92AA7-9359-4278-8B4B-94C9253AC9AE}" srcOrd="2" destOrd="0" parTransId="{206442A8-41F6-4698-A734-AF74AC497DD5}" sibTransId="{D6C09763-1807-4504-B131-5AF0FA23D3F5}"/>
    <dgm:cxn modelId="{6F40B320-0557-4244-AE53-1A0E0BCE0A7A}" type="presOf" srcId="{54203A7B-FA2B-4A53-A4E4-6B1B735FE223}" destId="{BFC0ED19-3487-4E26-9B5A-3587B51561AE}" srcOrd="0" destOrd="0" presId="urn:microsoft.com/office/officeart/2008/layout/VerticalCurvedList"/>
    <dgm:cxn modelId="{3088CA37-E0E5-4173-A8DC-94E46CC79F70}" type="presOf" srcId="{22DF4DC0-03E1-4242-8D86-F4ED1186B4E7}" destId="{6021E311-938C-4D79-BE17-42D7C9A94F48}" srcOrd="0" destOrd="0" presId="urn:microsoft.com/office/officeart/2008/layout/VerticalCurvedList"/>
    <dgm:cxn modelId="{64FC205B-0FE0-4954-8E12-B571B193DEAC}" type="presOf" srcId="{EDA61F83-1674-429B-8C58-3C1C8C658A5F}" destId="{3D2227F0-F77F-416E-AF00-A96D5D9D4D06}" srcOrd="0" destOrd="0" presId="urn:microsoft.com/office/officeart/2008/layout/VerticalCurvedList"/>
    <dgm:cxn modelId="{A5736A5C-73DC-461E-80EC-4D828EA13FAF}" type="presOf" srcId="{2C1E7999-079E-4279-BC06-254B553E79E1}" destId="{E2F5D417-A813-409B-9343-8A2299CB13BB}" srcOrd="0" destOrd="0" presId="urn:microsoft.com/office/officeart/2008/layout/VerticalCurvedList"/>
    <dgm:cxn modelId="{D890F544-41C0-4D76-8531-0C8ADBA715FA}" srcId="{54203A7B-FA2B-4A53-A4E4-6B1B735FE223}" destId="{1AA0C3D9-47B3-47EF-B12C-8288AD7981A9}" srcOrd="1" destOrd="0" parTransId="{FCB0E666-A0B1-4506-BBA0-388D9C07F3B2}" sibTransId="{FFD60D0F-B467-4803-9C1A-393F2537D858}"/>
    <dgm:cxn modelId="{6B199585-DFAE-4E8A-97E2-AB6898743C53}" srcId="{54203A7B-FA2B-4A53-A4E4-6B1B735FE223}" destId="{EDA61F83-1674-429B-8C58-3C1C8C658A5F}" srcOrd="0" destOrd="0" parTransId="{E6D4BF05-9FFF-4190-AB11-BCB3519320EF}" sibTransId="{2C1E7999-079E-4279-BC06-254B553E79E1}"/>
    <dgm:cxn modelId="{C42254BC-E3FE-451C-BF66-3B3DBAC7B26C}" type="presOf" srcId="{1AA0C3D9-47B3-47EF-B12C-8288AD7981A9}" destId="{402E4257-B642-43E2-8367-8AA4444A4A71}" srcOrd="0" destOrd="0" presId="urn:microsoft.com/office/officeart/2008/layout/VerticalCurvedList"/>
    <dgm:cxn modelId="{82A138C6-80BD-4BEA-AEFF-71A86D28DFCD}" type="presOf" srcId="{15A2FE4C-57B7-4B07-9F7C-D81B8484548F}" destId="{111BAFCE-5C24-4D3B-AC28-9E14E0FD2667}" srcOrd="0" destOrd="0" presId="urn:microsoft.com/office/officeart/2008/layout/VerticalCurvedList"/>
    <dgm:cxn modelId="{3D56A6F6-A9C8-4727-B84C-00D714E3EE51}" srcId="{54203A7B-FA2B-4A53-A4E4-6B1B735FE223}" destId="{22DF4DC0-03E1-4242-8D86-F4ED1186B4E7}" srcOrd="3" destOrd="0" parTransId="{BBE5203D-B6B8-4B5F-9242-7DBB950C405A}" sibTransId="{95D47B17-B76A-4873-9FD4-61B75C08762A}"/>
    <dgm:cxn modelId="{458E31FB-4D97-4046-A1D2-0964BC05B37E}" srcId="{54203A7B-FA2B-4A53-A4E4-6B1B735FE223}" destId="{15A2FE4C-57B7-4B07-9F7C-D81B8484548F}" srcOrd="4" destOrd="0" parTransId="{98661E84-2656-4518-84C6-C5E751A00AB7}" sibTransId="{1A0B9919-0A31-493A-84C3-5E9390E12D52}"/>
    <dgm:cxn modelId="{E47BE5AF-E3CF-49E3-821B-F9079AEFD68B}" type="presParOf" srcId="{BFC0ED19-3487-4E26-9B5A-3587B51561AE}" destId="{9ACC6F05-5F52-4B73-B7CC-DFF43C5F9AD8}" srcOrd="0" destOrd="0" presId="urn:microsoft.com/office/officeart/2008/layout/VerticalCurvedList"/>
    <dgm:cxn modelId="{472A646B-3CBD-4C29-B239-1E39E6CF128E}" type="presParOf" srcId="{9ACC6F05-5F52-4B73-B7CC-DFF43C5F9AD8}" destId="{0EA23FDB-0596-41DB-91B5-CA90522333E3}" srcOrd="0" destOrd="0" presId="urn:microsoft.com/office/officeart/2008/layout/VerticalCurvedList"/>
    <dgm:cxn modelId="{B2B44C63-3AED-48D9-B5EE-8EB37F95EB7F}" type="presParOf" srcId="{0EA23FDB-0596-41DB-91B5-CA90522333E3}" destId="{46FA4426-1CE6-4977-B0B7-F18AEE75D2D9}" srcOrd="0" destOrd="0" presId="urn:microsoft.com/office/officeart/2008/layout/VerticalCurvedList"/>
    <dgm:cxn modelId="{2FDF079C-E463-49C5-9334-70C8B023C73B}" type="presParOf" srcId="{0EA23FDB-0596-41DB-91B5-CA90522333E3}" destId="{E2F5D417-A813-409B-9343-8A2299CB13BB}" srcOrd="1" destOrd="0" presId="urn:microsoft.com/office/officeart/2008/layout/VerticalCurvedList"/>
    <dgm:cxn modelId="{6E113A46-BBF5-4F42-8ACC-0024F2D0E508}" type="presParOf" srcId="{0EA23FDB-0596-41DB-91B5-CA90522333E3}" destId="{6AC06A17-7341-405A-9F63-49499ADF28C8}" srcOrd="2" destOrd="0" presId="urn:microsoft.com/office/officeart/2008/layout/VerticalCurvedList"/>
    <dgm:cxn modelId="{1CF8BC2C-CC1B-4765-9A6A-070146C5D013}" type="presParOf" srcId="{0EA23FDB-0596-41DB-91B5-CA90522333E3}" destId="{C6CC5224-39DB-455E-BDD9-382FC5B8C51B}" srcOrd="3" destOrd="0" presId="urn:microsoft.com/office/officeart/2008/layout/VerticalCurvedList"/>
    <dgm:cxn modelId="{5A35C030-9819-46F9-B4F6-65DC41F1224E}" type="presParOf" srcId="{9ACC6F05-5F52-4B73-B7CC-DFF43C5F9AD8}" destId="{3D2227F0-F77F-416E-AF00-A96D5D9D4D06}" srcOrd="1" destOrd="0" presId="urn:microsoft.com/office/officeart/2008/layout/VerticalCurvedList"/>
    <dgm:cxn modelId="{33235E7B-511F-4B1F-B048-41EA80205583}" type="presParOf" srcId="{9ACC6F05-5F52-4B73-B7CC-DFF43C5F9AD8}" destId="{4BA6E500-D29A-4D2D-AFB7-A06D311FD7D8}" srcOrd="2" destOrd="0" presId="urn:microsoft.com/office/officeart/2008/layout/VerticalCurvedList"/>
    <dgm:cxn modelId="{90669CE6-9441-4D17-A0EB-A972783737A5}" type="presParOf" srcId="{4BA6E500-D29A-4D2D-AFB7-A06D311FD7D8}" destId="{662C3BAA-04B4-4A72-A7DE-F8C39727FB45}" srcOrd="0" destOrd="0" presId="urn:microsoft.com/office/officeart/2008/layout/VerticalCurvedList"/>
    <dgm:cxn modelId="{61EB21D5-0371-41F0-B6FC-5B35C41ED78F}" type="presParOf" srcId="{9ACC6F05-5F52-4B73-B7CC-DFF43C5F9AD8}" destId="{402E4257-B642-43E2-8367-8AA4444A4A71}" srcOrd="3" destOrd="0" presId="urn:microsoft.com/office/officeart/2008/layout/VerticalCurvedList"/>
    <dgm:cxn modelId="{2DA88467-0566-4464-A2F0-1CE077375D3E}" type="presParOf" srcId="{9ACC6F05-5F52-4B73-B7CC-DFF43C5F9AD8}" destId="{60264AAD-627B-4919-992E-8CD66B596CDD}" srcOrd="4" destOrd="0" presId="urn:microsoft.com/office/officeart/2008/layout/VerticalCurvedList"/>
    <dgm:cxn modelId="{B49D4C1B-5097-4095-B97B-9C23BD05004D}" type="presParOf" srcId="{60264AAD-627B-4919-992E-8CD66B596CDD}" destId="{C7A32EA5-08B6-471C-B7D2-B2BC7DF188E3}" srcOrd="0" destOrd="0" presId="urn:microsoft.com/office/officeart/2008/layout/VerticalCurvedList"/>
    <dgm:cxn modelId="{37D2B5C4-9FDB-483F-A8A4-4B3AA8D776D1}" type="presParOf" srcId="{9ACC6F05-5F52-4B73-B7CC-DFF43C5F9AD8}" destId="{E139265D-9E8C-48FE-8C5C-E475CFC5A875}" srcOrd="5" destOrd="0" presId="urn:microsoft.com/office/officeart/2008/layout/VerticalCurvedList"/>
    <dgm:cxn modelId="{2BC8F5C7-514E-4B25-9989-890AED8497EE}" type="presParOf" srcId="{9ACC6F05-5F52-4B73-B7CC-DFF43C5F9AD8}" destId="{3ED9EA10-33EF-4E03-B7DD-C8CEC8BFA7A2}" srcOrd="6" destOrd="0" presId="urn:microsoft.com/office/officeart/2008/layout/VerticalCurvedList"/>
    <dgm:cxn modelId="{90A2E235-68E9-41F0-A43A-51BCB5FC00E7}" type="presParOf" srcId="{3ED9EA10-33EF-4E03-B7DD-C8CEC8BFA7A2}" destId="{1E0D7A34-DDA8-499E-9DCB-ECC30E20B2F5}" srcOrd="0" destOrd="0" presId="urn:microsoft.com/office/officeart/2008/layout/VerticalCurvedList"/>
    <dgm:cxn modelId="{B0C20CEF-01E6-47DC-89B3-DAB7773DDC37}" type="presParOf" srcId="{9ACC6F05-5F52-4B73-B7CC-DFF43C5F9AD8}" destId="{6021E311-938C-4D79-BE17-42D7C9A94F48}" srcOrd="7" destOrd="0" presId="urn:microsoft.com/office/officeart/2008/layout/VerticalCurvedList"/>
    <dgm:cxn modelId="{E94C3E85-A939-44AE-B3F3-0EDD990992A2}" type="presParOf" srcId="{9ACC6F05-5F52-4B73-B7CC-DFF43C5F9AD8}" destId="{DCF2FF9D-072C-4539-84BC-68D0A067C066}" srcOrd="8" destOrd="0" presId="urn:microsoft.com/office/officeart/2008/layout/VerticalCurvedList"/>
    <dgm:cxn modelId="{A6E8BBB1-A6B7-4076-857C-6391769D651C}" type="presParOf" srcId="{DCF2FF9D-072C-4539-84BC-68D0A067C066}" destId="{6EE60E06-F846-467F-B01F-B8670FA8BDB3}" srcOrd="0" destOrd="0" presId="urn:microsoft.com/office/officeart/2008/layout/VerticalCurvedList"/>
    <dgm:cxn modelId="{F8500C57-80C2-45F3-BBC4-821320A7B460}" type="presParOf" srcId="{9ACC6F05-5F52-4B73-B7CC-DFF43C5F9AD8}" destId="{111BAFCE-5C24-4D3B-AC28-9E14E0FD2667}" srcOrd="9" destOrd="0" presId="urn:microsoft.com/office/officeart/2008/layout/VerticalCurvedList"/>
    <dgm:cxn modelId="{EC2B313B-9EFF-4864-B53B-5D44A993AFA2}" type="presParOf" srcId="{9ACC6F05-5F52-4B73-B7CC-DFF43C5F9AD8}" destId="{BF722C46-B2CA-4B11-AA2A-001E6D4EE7C2}" srcOrd="10" destOrd="0" presId="urn:microsoft.com/office/officeart/2008/layout/VerticalCurvedList"/>
    <dgm:cxn modelId="{D095CF80-9E8F-48A1-8FA3-C5984B4D5E09}" type="presParOf" srcId="{BF722C46-B2CA-4B11-AA2A-001E6D4EE7C2}" destId="{95079C32-39BA-41A0-9EFB-E191C7821D2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5D417-A813-409B-9343-8A2299CB13BB}">
      <dsp:nvSpPr>
        <dsp:cNvPr id="0" name=""/>
        <dsp:cNvSpPr/>
      </dsp:nvSpPr>
      <dsp:spPr>
        <a:xfrm>
          <a:off x="-4199200" y="-644336"/>
          <a:ext cx="5003424" cy="5003424"/>
        </a:xfrm>
        <a:prstGeom prst="blockArc">
          <a:avLst>
            <a:gd name="adj1" fmla="val 18900000"/>
            <a:gd name="adj2" fmla="val 2700000"/>
            <a:gd name="adj3" fmla="val 432"/>
          </a:avLst>
        </a:prstGeom>
        <a:noFill/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227F0-F77F-416E-AF00-A96D5D9D4D06}">
      <dsp:nvSpPr>
        <dsp:cNvPr id="0" name=""/>
        <dsp:cNvSpPr/>
      </dsp:nvSpPr>
      <dsp:spPr>
        <a:xfrm>
          <a:off x="352265" y="232097"/>
          <a:ext cx="9951739" cy="4644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691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Une formation concrète et connectée aux technologies actuelles</a:t>
          </a:r>
        </a:p>
      </dsp:txBody>
      <dsp:txXfrm>
        <a:off x="352265" y="232097"/>
        <a:ext cx="9951739" cy="464492"/>
      </dsp:txXfrm>
    </dsp:sp>
    <dsp:sp modelId="{662C3BAA-04B4-4A72-A7DE-F8C39727FB45}">
      <dsp:nvSpPr>
        <dsp:cNvPr id="0" name=""/>
        <dsp:cNvSpPr/>
      </dsp:nvSpPr>
      <dsp:spPr>
        <a:xfrm>
          <a:off x="61957" y="174036"/>
          <a:ext cx="580615" cy="5806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E4257-B642-43E2-8367-8AA4444A4A71}">
      <dsp:nvSpPr>
        <dsp:cNvPr id="0" name=""/>
        <dsp:cNvSpPr/>
      </dsp:nvSpPr>
      <dsp:spPr>
        <a:xfrm>
          <a:off x="685107" y="928613"/>
          <a:ext cx="9618897" cy="464492"/>
        </a:xfrm>
        <a:prstGeom prst="rect">
          <a:avLst/>
        </a:prstGeom>
        <a:solidFill>
          <a:schemeClr val="accent2">
            <a:hueOff val="273552"/>
            <a:satOff val="6316"/>
            <a:lumOff val="-299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691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Des cours qui allient théorie et pratique</a:t>
          </a:r>
        </a:p>
      </dsp:txBody>
      <dsp:txXfrm>
        <a:off x="685107" y="928613"/>
        <a:ext cx="9618897" cy="464492"/>
      </dsp:txXfrm>
    </dsp:sp>
    <dsp:sp modelId="{C7A32EA5-08B6-471C-B7D2-B2BC7DF188E3}">
      <dsp:nvSpPr>
        <dsp:cNvPr id="0" name=""/>
        <dsp:cNvSpPr/>
      </dsp:nvSpPr>
      <dsp:spPr>
        <a:xfrm>
          <a:off x="394799" y="870551"/>
          <a:ext cx="580615" cy="5806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273552"/>
              <a:satOff val="6316"/>
              <a:lumOff val="-29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9265D-9E8C-48FE-8C5C-E475CFC5A875}">
      <dsp:nvSpPr>
        <dsp:cNvPr id="0" name=""/>
        <dsp:cNvSpPr/>
      </dsp:nvSpPr>
      <dsp:spPr>
        <a:xfrm>
          <a:off x="787262" y="1625128"/>
          <a:ext cx="9516741" cy="464492"/>
        </a:xfrm>
        <a:prstGeom prst="rect">
          <a:avLst/>
        </a:prstGeom>
        <a:solidFill>
          <a:schemeClr val="accent2">
            <a:hueOff val="547103"/>
            <a:satOff val="12633"/>
            <a:lumOff val="-59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691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Des professeurs engagés et disponible</a:t>
          </a:r>
        </a:p>
      </dsp:txBody>
      <dsp:txXfrm>
        <a:off x="787262" y="1625128"/>
        <a:ext cx="9516741" cy="464492"/>
      </dsp:txXfrm>
    </dsp:sp>
    <dsp:sp modelId="{1E0D7A34-DDA8-499E-9DCB-ECC30E20B2F5}">
      <dsp:nvSpPr>
        <dsp:cNvPr id="0" name=""/>
        <dsp:cNvSpPr/>
      </dsp:nvSpPr>
      <dsp:spPr>
        <a:xfrm>
          <a:off x="496954" y="1567067"/>
          <a:ext cx="580615" cy="5806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547103"/>
              <a:satOff val="12633"/>
              <a:lumOff val="-5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1E311-938C-4D79-BE17-42D7C9A94F48}">
      <dsp:nvSpPr>
        <dsp:cNvPr id="0" name=""/>
        <dsp:cNvSpPr/>
      </dsp:nvSpPr>
      <dsp:spPr>
        <a:xfrm>
          <a:off x="685107" y="2321644"/>
          <a:ext cx="9618897" cy="464492"/>
        </a:xfrm>
        <a:prstGeom prst="rect">
          <a:avLst/>
        </a:prstGeom>
        <a:solidFill>
          <a:schemeClr val="accent2">
            <a:hueOff val="820655"/>
            <a:satOff val="18949"/>
            <a:lumOff val="-896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691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Une préparation idéale pour poursuivre tes études</a:t>
          </a:r>
        </a:p>
      </dsp:txBody>
      <dsp:txXfrm>
        <a:off x="685107" y="2321644"/>
        <a:ext cx="9618897" cy="464492"/>
      </dsp:txXfrm>
    </dsp:sp>
    <dsp:sp modelId="{6EE60E06-F846-467F-B01F-B8670FA8BDB3}">
      <dsp:nvSpPr>
        <dsp:cNvPr id="0" name=""/>
        <dsp:cNvSpPr/>
      </dsp:nvSpPr>
      <dsp:spPr>
        <a:xfrm>
          <a:off x="394799" y="2263582"/>
          <a:ext cx="580615" cy="5806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820655"/>
              <a:satOff val="18949"/>
              <a:lumOff val="-89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BAFCE-5C24-4D3B-AC28-9E14E0FD2667}">
      <dsp:nvSpPr>
        <dsp:cNvPr id="0" name=""/>
        <dsp:cNvSpPr/>
      </dsp:nvSpPr>
      <dsp:spPr>
        <a:xfrm>
          <a:off x="352265" y="3018160"/>
          <a:ext cx="9951739" cy="464492"/>
        </a:xfrm>
        <a:prstGeom prst="rect">
          <a:avLst/>
        </a:prstGeom>
        <a:solidFill>
          <a:schemeClr val="accent2">
            <a:hueOff val="1094207"/>
            <a:satOff val="25265"/>
            <a:lumOff val="-119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691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Un tremplin vers une insertion professionnelle réussie</a:t>
          </a:r>
        </a:p>
      </dsp:txBody>
      <dsp:txXfrm>
        <a:off x="352265" y="3018160"/>
        <a:ext cx="9951739" cy="464492"/>
      </dsp:txXfrm>
    </dsp:sp>
    <dsp:sp modelId="{95079C32-39BA-41A0-9EFB-E191C7821D2E}">
      <dsp:nvSpPr>
        <dsp:cNvPr id="0" name=""/>
        <dsp:cNvSpPr/>
      </dsp:nvSpPr>
      <dsp:spPr>
        <a:xfrm>
          <a:off x="61957" y="2960098"/>
          <a:ext cx="580615" cy="5806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1094207"/>
              <a:satOff val="25265"/>
              <a:lumOff val="-119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E369ED-7387-4991-ACC3-462A09193407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8FE2DEA-50D1-4FBC-833B-64DE3548015C}" type="datetime1">
              <a:rPr lang="fr-FR" smtClean="0"/>
              <a:t>01/04/2025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765520-6E07-4474-B65D-80EFEC7E1B73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094AD0-F424-4FFB-98B8-BDBD0ED0D09C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905468-72BC-4E6B-87DB-9FC7B6201883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fr" dirty="0"/>
              <a:t>Modifiez les styles du texte du masque</a:t>
            </a:r>
          </a:p>
          <a:p>
            <a:pPr lvl="1" rtl="0"/>
            <a:r>
              <a:rPr lang="fr" dirty="0"/>
              <a:t>Deuxième niveau</a:t>
            </a:r>
          </a:p>
          <a:p>
            <a:pPr lvl="2" rtl="0"/>
            <a:r>
              <a:rPr lang="fr" dirty="0"/>
              <a:t>Troisième niveau</a:t>
            </a:r>
          </a:p>
          <a:p>
            <a:pPr lvl="3" rtl="0"/>
            <a:r>
              <a:rPr lang="fr" dirty="0"/>
              <a:t>Quatrième niveau</a:t>
            </a:r>
          </a:p>
          <a:p>
            <a:pPr lvl="4" rtl="0"/>
            <a:r>
              <a:rPr lang="fr" dirty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fr" dirty="0"/>
              <a:t>Modifiez les styles du texte du masque</a:t>
            </a:r>
          </a:p>
          <a:p>
            <a:pPr lvl="1" rtl="0"/>
            <a:r>
              <a:rPr lang="fr" dirty="0"/>
              <a:t>Deuxième niveau</a:t>
            </a:r>
          </a:p>
          <a:p>
            <a:pPr lvl="2" rtl="0"/>
            <a:r>
              <a:rPr lang="fr" dirty="0"/>
              <a:t>Troisième niveau</a:t>
            </a:r>
          </a:p>
          <a:p>
            <a:pPr lvl="3" rtl="0"/>
            <a:r>
              <a:rPr lang="fr" dirty="0"/>
              <a:t>Quatrième niveau</a:t>
            </a:r>
          </a:p>
          <a:p>
            <a:pPr lvl="4" rtl="0"/>
            <a:r>
              <a:rPr lang="fr" dirty="0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EA7AC6-29D6-4E4A-9E2D-506FA450F669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0C01C1-A8A9-41B1-8349-D57B9704EBF0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C28B88-1705-406F-816B-66525F70D2FF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BB18EB-0F08-4D52-B1C1-2BBAC704D682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DC856E-E415-49E3-A77A-7948CF583C6E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" dirty="0"/>
              <a:t>Cliquez sur l’icône pour ajouter une 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D2BD9D-9B72-48E5-8E98-62EA1FDA6E9A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A547DE-0BAD-4ACE-8E73-676DE4F43F23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643C94-4C15-4991-988E-CC4F6021FC7C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F2280F-B983-48D5-A990-D6F2506DE6D5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1" name="Zone de texte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Zone de texte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6529EE-CB6A-49B8-8C34-F107491C4B66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4D0FE2-C27F-4847-8837-780863AA8A72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C1E9D0-1A91-439A-8299-279A09FBF35E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2C11BE-43AE-4864-8C21-E0CB621AF2ED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7C20FF-A183-44CD-820E-C528520B0905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A7EF5840-517F-44F4-876E-57CDFE3D6418}" type="datetime1">
              <a:rPr lang="fr-FR" smtClean="0"/>
              <a:t>01/04/2025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0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67734"/>
            <a:ext cx="12191980" cy="6925733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fr" sz="7200" dirty="0"/>
              <a:t>BUT SCIENCE DES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117" y="3898798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fr" sz="2800" dirty="0"/>
              <a:t>Université de Poitiers site de Niort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283123" cy="1257300"/>
          </a:xfrm>
          <a:ln>
            <a:noFill/>
          </a:ln>
        </p:spPr>
        <p:txBody>
          <a:bodyPr rtlCol="0">
            <a:normAutofit/>
          </a:bodyPr>
          <a:lstStyle/>
          <a:p>
            <a:pPr rtl="0"/>
            <a:r>
              <a:rPr lang="fr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 </a:t>
            </a:r>
            <a:r>
              <a:rPr lang="fr" sz="4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QUALITÉS</a:t>
            </a:r>
            <a:r>
              <a:rPr lang="fr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" sz="4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D’UN BUT </a:t>
            </a:r>
          </a:p>
        </p:txBody>
      </p:sp>
      <p:graphicFrame>
        <p:nvGraphicFramePr>
          <p:cNvPr id="11" name="Espace réservé du contenu 10">
            <a:extLst>
              <a:ext uri="{FF2B5EF4-FFF2-40B4-BE49-F238E27FC236}">
                <a16:creationId xmlns:a16="http://schemas.microsoft.com/office/drawing/2014/main" id="{48CBB09A-B9C4-4549-B92C-A3113E735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142190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Graphique 3" descr="Informatique hébergé avec un remplissage uni">
            <a:extLst>
              <a:ext uri="{FF2B5EF4-FFF2-40B4-BE49-F238E27FC236}">
                <a16:creationId xmlns:a16="http://schemas.microsoft.com/office/drawing/2014/main" id="{91EA29DB-825E-429C-A469-2C46120BA4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4904" y="2291604"/>
            <a:ext cx="497026" cy="497026"/>
          </a:xfrm>
          <a:prstGeom prst="rect">
            <a:avLst/>
          </a:prstGeom>
        </p:spPr>
      </p:pic>
      <p:pic>
        <p:nvPicPr>
          <p:cNvPr id="6" name="Graphique 5" descr="Livres sur une étagère avec un remplissage uni">
            <a:extLst>
              <a:ext uri="{FF2B5EF4-FFF2-40B4-BE49-F238E27FC236}">
                <a16:creationId xmlns:a16="http://schemas.microsoft.com/office/drawing/2014/main" id="{EC46CADA-B317-47C7-BB48-958776CC0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9529" y="2998180"/>
            <a:ext cx="457200" cy="457200"/>
          </a:xfrm>
          <a:prstGeom prst="rect">
            <a:avLst/>
          </a:prstGeom>
        </p:spPr>
      </p:pic>
      <p:pic>
        <p:nvPicPr>
          <p:cNvPr id="8" name="Graphique 7" descr="Vivats avec un remplissage uni">
            <a:extLst>
              <a:ext uri="{FF2B5EF4-FFF2-40B4-BE49-F238E27FC236}">
                <a16:creationId xmlns:a16="http://schemas.microsoft.com/office/drawing/2014/main" id="{601ADF96-5007-4E10-807C-088F545E5C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52282" y="3710360"/>
            <a:ext cx="457200" cy="457200"/>
          </a:xfrm>
          <a:prstGeom prst="rect">
            <a:avLst/>
          </a:prstGeom>
        </p:spPr>
      </p:pic>
      <p:pic>
        <p:nvPicPr>
          <p:cNvPr id="15" name="Graphique 14" descr="Toque d'étudiant avec un remplissage uni">
            <a:extLst>
              <a:ext uri="{FF2B5EF4-FFF2-40B4-BE49-F238E27FC236}">
                <a16:creationId xmlns:a16="http://schemas.microsoft.com/office/drawing/2014/main" id="{D7C16873-1A38-4DE9-8CC1-AC1171F750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3149" y="4377110"/>
            <a:ext cx="483580" cy="483580"/>
          </a:xfrm>
          <a:prstGeom prst="rect">
            <a:avLst/>
          </a:prstGeom>
        </p:spPr>
      </p:pic>
      <p:pic>
        <p:nvPicPr>
          <p:cNvPr id="17" name="Graphique 16" descr="Fusée avec un remplissage uni">
            <a:extLst>
              <a:ext uri="{FF2B5EF4-FFF2-40B4-BE49-F238E27FC236}">
                <a16:creationId xmlns:a16="http://schemas.microsoft.com/office/drawing/2014/main" id="{BB932B20-6F66-4962-9AF6-1EA16960BB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532" y="5089290"/>
            <a:ext cx="483581" cy="48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F549BE-8EE8-4AEE-9CC9-45A777EF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>
                <a:solidFill>
                  <a:schemeClr val="accent1"/>
                </a:solidFill>
              </a:rPr>
              <a:t>Les compétences clés développées en SD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D27984-7E96-43CE-BA47-EF1481AE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972" y="2076450"/>
            <a:ext cx="10353762" cy="3714749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fr-FR" i="0" dirty="0">
                <a:solidFill>
                  <a:schemeClr val="tx2">
                    <a:lumMod val="90000"/>
                  </a:schemeClr>
                </a:solidFill>
                <a:effectLst/>
                <a:latin typeface="Noto Serif" panose="02020502060505020204" pitchFamily="18"/>
                <a:ea typeface="Noto Serif" panose="02020502060505020204" pitchFamily="18"/>
                <a:cs typeface="Noto Serif" panose="02020502060505020204" pitchFamily="18"/>
              </a:rPr>
              <a:t>Traiter des données à des fins décisionnelles</a:t>
            </a:r>
          </a:p>
          <a:p>
            <a:endParaRPr lang="fr-FR" dirty="0">
              <a:solidFill>
                <a:schemeClr val="tx2">
                  <a:lumMod val="90000"/>
                </a:schemeClr>
              </a:solidFill>
              <a:effectLst/>
              <a:latin typeface="Noto Serif" panose="02020502060505020204" pitchFamily="18"/>
              <a:ea typeface="Noto Serif" panose="02020502060505020204" pitchFamily="18"/>
              <a:cs typeface="Noto Serif" panose="02020502060505020204" pitchFamily="18"/>
            </a:endParaRPr>
          </a:p>
          <a:p>
            <a:endParaRPr lang="fr-FR" i="0" dirty="0">
              <a:solidFill>
                <a:schemeClr val="tx2">
                  <a:lumMod val="90000"/>
                </a:schemeClr>
              </a:solidFill>
              <a:effectLst/>
              <a:latin typeface="Noto Serif" panose="02020502060505020204" pitchFamily="18"/>
              <a:ea typeface="Noto Serif" panose="02020502060505020204" pitchFamily="18"/>
              <a:cs typeface="Noto Serif" panose="02020502060505020204" pitchFamily="18"/>
            </a:endParaRPr>
          </a:p>
          <a:p>
            <a:pPr marL="36900" indent="0">
              <a:buNone/>
            </a:pPr>
            <a:r>
              <a:rPr lang="fr-FR" i="0" dirty="0">
                <a:solidFill>
                  <a:schemeClr val="tx2">
                    <a:lumMod val="90000"/>
                  </a:schemeClr>
                </a:solidFill>
                <a:effectLst/>
                <a:latin typeface="Noto Serif" panose="02020502060505020204" pitchFamily="18"/>
                <a:ea typeface="Noto Serif" panose="02020502060505020204" pitchFamily="18"/>
                <a:cs typeface="Noto Serif" panose="02020502060505020204" pitchFamily="18"/>
              </a:rPr>
              <a:t>Analyser statistiquement des données</a:t>
            </a:r>
          </a:p>
          <a:p>
            <a:endParaRPr lang="fr-FR" dirty="0">
              <a:solidFill>
                <a:schemeClr val="tx2">
                  <a:lumMod val="90000"/>
                </a:schemeClr>
              </a:solidFill>
              <a:effectLst/>
              <a:latin typeface="Noto Serif" panose="02020502060505020204" pitchFamily="18"/>
              <a:ea typeface="Noto Serif" panose="02020502060505020204" pitchFamily="18"/>
              <a:cs typeface="Noto Serif" panose="02020502060505020204" pitchFamily="18"/>
            </a:endParaRPr>
          </a:p>
          <a:p>
            <a:endParaRPr lang="fr-FR" i="0" dirty="0">
              <a:solidFill>
                <a:schemeClr val="tx2">
                  <a:lumMod val="90000"/>
                </a:schemeClr>
              </a:solidFill>
              <a:effectLst/>
              <a:latin typeface="Noto Serif" panose="02020502060505020204" pitchFamily="18"/>
              <a:ea typeface="Noto Serif" panose="02020502060505020204" pitchFamily="18"/>
              <a:cs typeface="Noto Serif" panose="02020502060505020204" pitchFamily="18"/>
            </a:endParaRPr>
          </a:p>
          <a:p>
            <a:pPr marL="36900" indent="0">
              <a:buNone/>
            </a:pPr>
            <a:r>
              <a:rPr lang="fr-FR" i="0" dirty="0">
                <a:solidFill>
                  <a:schemeClr val="tx2">
                    <a:lumMod val="90000"/>
                  </a:schemeClr>
                </a:solidFill>
                <a:effectLst/>
                <a:latin typeface="Noto Serif" panose="02020502060505020204" pitchFamily="18"/>
                <a:ea typeface="Noto Serif" panose="02020502060505020204" pitchFamily="18"/>
                <a:cs typeface="Noto Serif" panose="02020502060505020204" pitchFamily="18"/>
              </a:rPr>
              <a:t>Valoriser une production dans un contexte professionnel</a:t>
            </a:r>
          </a:p>
          <a:p>
            <a:pPr marL="36900" indent="0">
              <a:buNone/>
            </a:pPr>
            <a:endParaRPr lang="fr-FR" dirty="0"/>
          </a:p>
        </p:txBody>
      </p:sp>
      <p:pic>
        <p:nvPicPr>
          <p:cNvPr id="6" name="Graphique 5" descr="Présentation avec camembert avec un remplissage uni">
            <a:extLst>
              <a:ext uri="{FF2B5EF4-FFF2-40B4-BE49-F238E27FC236}">
                <a16:creationId xmlns:a16="http://schemas.microsoft.com/office/drawing/2014/main" id="{EE1995F3-CBDB-40CE-88C7-ED44C7712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772" y="2076450"/>
            <a:ext cx="457200" cy="457200"/>
          </a:xfrm>
          <a:prstGeom prst="rect">
            <a:avLst/>
          </a:prstGeom>
        </p:spPr>
      </p:pic>
      <p:pic>
        <p:nvPicPr>
          <p:cNvPr id="8" name="Graphique 7" descr="Recherche avec un remplissage uni">
            <a:extLst>
              <a:ext uri="{FF2B5EF4-FFF2-40B4-BE49-F238E27FC236}">
                <a16:creationId xmlns:a16="http://schemas.microsoft.com/office/drawing/2014/main" id="{BD2A96B2-746D-41D5-869D-485EDCA13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3772" y="3544421"/>
            <a:ext cx="457200" cy="457200"/>
          </a:xfrm>
          <a:prstGeom prst="rect">
            <a:avLst/>
          </a:prstGeom>
        </p:spPr>
      </p:pic>
      <p:pic>
        <p:nvPicPr>
          <p:cNvPr id="10" name="Graphique 9" descr="Croissance de l'activité avec un remplissage uni">
            <a:extLst>
              <a:ext uri="{FF2B5EF4-FFF2-40B4-BE49-F238E27FC236}">
                <a16:creationId xmlns:a16="http://schemas.microsoft.com/office/drawing/2014/main" id="{CC64CA79-D606-410F-8493-39D100047F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1360" y="508747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5EFB3-E506-4089-A752-BE4A9387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Répartition des matières du BUT SD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C36647ED-9BD2-4F4F-B2DE-1EA3D8863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472503"/>
              </p:ext>
            </p:extLst>
          </p:nvPr>
        </p:nvGraphicFramePr>
        <p:xfrm>
          <a:off x="505067" y="1849636"/>
          <a:ext cx="10773138" cy="3951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5D45C8-BAA3-49E1-BF48-C1EB0938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6702" y="2916214"/>
            <a:ext cx="536520" cy="365125"/>
          </a:xfrm>
        </p:spPr>
        <p:txBody>
          <a:bodyPr/>
          <a:lstStyle/>
          <a:p>
            <a:pPr rtl="0"/>
            <a:r>
              <a:rPr lang="fr-FR" sz="1400" b="1" dirty="0">
                <a:solidFill>
                  <a:schemeClr val="bg1"/>
                </a:solidFill>
              </a:rPr>
              <a:t>20%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8BD6DF-CF98-482C-95F3-6FC79D97A9C6}"/>
              </a:ext>
            </a:extLst>
          </p:cNvPr>
          <p:cNvSpPr txBox="1"/>
          <p:nvPr/>
        </p:nvSpPr>
        <p:spPr>
          <a:xfrm>
            <a:off x="6422316" y="3298195"/>
            <a:ext cx="66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35%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B7C00E-937F-48B2-9101-CAC24BA95761}"/>
              </a:ext>
            </a:extLst>
          </p:cNvPr>
          <p:cNvSpPr txBox="1"/>
          <p:nvPr/>
        </p:nvSpPr>
        <p:spPr>
          <a:xfrm>
            <a:off x="5206702" y="4363290"/>
            <a:ext cx="536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45%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162B1B-3B00-42D1-B11D-0D4E61266A88}"/>
              </a:ext>
            </a:extLst>
          </p:cNvPr>
          <p:cNvSpPr txBox="1"/>
          <p:nvPr/>
        </p:nvSpPr>
        <p:spPr>
          <a:xfrm>
            <a:off x="9338734" y="587906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+ 600 heures de projet</a:t>
            </a:r>
          </a:p>
        </p:txBody>
      </p:sp>
    </p:spTree>
    <p:extLst>
      <p:ext uri="{BB962C8B-B14F-4D97-AF65-F5344CB8AC3E}">
        <p14:creationId xmlns:p14="http://schemas.microsoft.com/office/powerpoint/2010/main" val="161655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A6983-45B4-4F5B-BF51-3765BAB1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BUT SD : Les secteurs d’activité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BF5ED768-8028-4785-BD80-85FBDF682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4" y="2176481"/>
            <a:ext cx="2133031" cy="1394408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9DACC42-46FC-425B-897A-497101C47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4" y="3880471"/>
            <a:ext cx="2429435" cy="14795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63D51C0-E3C5-4E67-BB01-17F388DDB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187" y="2146947"/>
            <a:ext cx="2348854" cy="131704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1D14426-023D-4580-A8F0-60A9921CC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027" y="3777662"/>
            <a:ext cx="2405946" cy="160396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8D27117-E1E8-4DEB-B6EF-351E411BB5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60" y="1915645"/>
            <a:ext cx="2133031" cy="14500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5146A3B-C895-4ECC-82AC-8D9696E31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4187" y="3826788"/>
            <a:ext cx="2429435" cy="15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9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88FFE-D024-4FD1-8254-3FDE27B4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>
                <a:solidFill>
                  <a:schemeClr val="accent1"/>
                </a:solidFill>
              </a:rPr>
              <a:t>Et après le BUT Science des Données 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250B65-C695-4717-A683-BF236A87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464" y="2381250"/>
            <a:ext cx="10353762" cy="371474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Les métiers:</a:t>
            </a:r>
          </a:p>
          <a:p>
            <a:pPr marL="36900" indent="0">
              <a:buNone/>
            </a:pPr>
            <a:r>
              <a:rPr lang="fr-FR" sz="1800" dirty="0"/>
              <a:t> - Data Analyst</a:t>
            </a:r>
          </a:p>
          <a:p>
            <a:pPr marL="36900" indent="0">
              <a:buNone/>
            </a:pPr>
            <a:r>
              <a:rPr lang="fr-FR" sz="1800" dirty="0"/>
              <a:t> -  Chargé d’études statistiques / Actuaire</a:t>
            </a:r>
          </a:p>
          <a:p>
            <a:pPr marL="36900" indent="0">
              <a:buNone/>
            </a:pPr>
            <a:r>
              <a:rPr lang="fr-FR" sz="1800" dirty="0"/>
              <a:t> - Développeur</a:t>
            </a:r>
          </a:p>
          <a:p>
            <a:pPr marL="36900" indent="0">
              <a:buNone/>
            </a:pPr>
            <a:r>
              <a:rPr lang="fr-FR" sz="1800" dirty="0"/>
              <a:t> - Administrateur de Base de données</a:t>
            </a:r>
          </a:p>
          <a:p>
            <a:r>
              <a:rPr lang="fr-FR" dirty="0">
                <a:solidFill>
                  <a:schemeClr val="accent1"/>
                </a:solidFill>
              </a:rPr>
              <a:t>Les poursuites d’études :</a:t>
            </a:r>
          </a:p>
          <a:p>
            <a:pPr marL="36900" indent="0" algn="l" fontAlgn="base">
              <a:buNone/>
            </a:pPr>
            <a:r>
              <a:rPr lang="fr-FR" sz="1800" dirty="0">
                <a:solidFill>
                  <a:schemeClr val="tx1"/>
                </a:solidFill>
              </a:rPr>
              <a:t> - </a:t>
            </a:r>
            <a:r>
              <a:rPr lang="fr-FR" sz="1800" dirty="0">
                <a:solidFill>
                  <a:schemeClr val="tx1"/>
                </a:solidFill>
                <a:latin typeface="Goudy Old Style (Corps)"/>
              </a:rPr>
              <a:t>école d’ingénieur (</a:t>
            </a:r>
            <a:r>
              <a:rPr lang="fr-FR" sz="1800" b="0" i="1" dirty="0">
                <a:solidFill>
                  <a:schemeClr val="tx1"/>
                </a:solidFill>
                <a:effectLst/>
                <a:latin typeface="Goudy Old Style (Corps)"/>
              </a:rPr>
              <a:t> ENSAI, ISIMA, ESILV, ESGI)</a:t>
            </a:r>
          </a:p>
          <a:p>
            <a:pPr marL="36900" indent="0" algn="l" fontAlgn="base">
              <a:buNone/>
            </a:pPr>
            <a:r>
              <a:rPr lang="fr-FR" sz="1800" i="1" dirty="0">
                <a:solidFill>
                  <a:schemeClr val="tx1"/>
                </a:solidFill>
                <a:effectLst/>
                <a:latin typeface="Goudy Old Style (Corps)"/>
              </a:rPr>
              <a:t> - Master mathématique et statistique/ Master informatique mathématiques statistiques</a:t>
            </a:r>
            <a:endParaRPr lang="fr-FR" sz="1800" b="0" i="0" dirty="0">
              <a:solidFill>
                <a:schemeClr val="tx1"/>
              </a:solidFill>
              <a:effectLst/>
              <a:latin typeface="Goudy Old Style (Corps)"/>
            </a:endParaRPr>
          </a:p>
          <a:p>
            <a:pPr marL="36900" indent="0">
              <a:buNone/>
            </a:pPr>
            <a:endParaRPr lang="fr-FR" dirty="0">
              <a:solidFill>
                <a:schemeClr val="accent1"/>
              </a:solidFill>
            </a:endParaRP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2130938F-22FA-47DB-94DD-47AA82B90C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001029"/>
              </p:ext>
            </p:extLst>
          </p:nvPr>
        </p:nvGraphicFramePr>
        <p:xfrm>
          <a:off x="6031345" y="1967345"/>
          <a:ext cx="5800437" cy="3186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285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846BDE-FCF1-49E1-9004-CFEB8FDD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Alternance / Stage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CF63E9-0A20-404B-B119-2307E6D3A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839" y="2224923"/>
            <a:ext cx="10353762" cy="3714749"/>
          </a:xfrm>
        </p:spPr>
        <p:txBody>
          <a:bodyPr/>
          <a:lstStyle/>
          <a:p>
            <a:pPr marL="36900" indent="0">
              <a:buNone/>
            </a:pPr>
            <a:endParaRPr lang="fr-FR" dirty="0"/>
          </a:p>
          <a:p>
            <a:r>
              <a:rPr lang="fr-FR" dirty="0"/>
              <a:t>Alternance :  dès la deuxième année</a:t>
            </a:r>
          </a:p>
          <a:p>
            <a:pPr marL="36900" indent="0">
              <a:buNone/>
            </a:pPr>
            <a:endParaRPr lang="fr-FR" dirty="0"/>
          </a:p>
          <a:p>
            <a:r>
              <a:rPr lang="fr-FR" dirty="0"/>
              <a:t>Stage :   en France              à l’étranger </a:t>
            </a:r>
          </a:p>
          <a:p>
            <a:pPr>
              <a:buFontTx/>
              <a:buChar char="-"/>
            </a:pPr>
            <a:r>
              <a:rPr lang="fr-FR" dirty="0"/>
              <a:t>8 à 12 semaines de stage en 2e année</a:t>
            </a:r>
          </a:p>
          <a:p>
            <a:pPr>
              <a:buFontTx/>
              <a:buChar char="-"/>
            </a:pPr>
            <a:r>
              <a:rPr lang="fr-FR" dirty="0"/>
              <a:t>12 à 16 semaines de stage en 3ème année</a:t>
            </a:r>
          </a:p>
        </p:txBody>
      </p:sp>
      <p:pic>
        <p:nvPicPr>
          <p:cNvPr id="6" name="Graphique 5" descr="Coche avec un remplissage uni">
            <a:extLst>
              <a:ext uri="{FF2B5EF4-FFF2-40B4-BE49-F238E27FC236}">
                <a16:creationId xmlns:a16="http://schemas.microsoft.com/office/drawing/2014/main" id="{C75A0881-F3A7-466B-8C67-8ECC3309D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2415" y="3891797"/>
            <a:ext cx="380999" cy="380999"/>
          </a:xfrm>
          <a:prstGeom prst="rect">
            <a:avLst/>
          </a:prstGeom>
        </p:spPr>
      </p:pic>
      <p:pic>
        <p:nvPicPr>
          <p:cNvPr id="7" name="Graphique 6" descr="Coche avec un remplissage uni">
            <a:extLst>
              <a:ext uri="{FF2B5EF4-FFF2-40B4-BE49-F238E27FC236}">
                <a16:creationId xmlns:a16="http://schemas.microsoft.com/office/drawing/2014/main" id="{492AA934-5681-4B3F-AC8C-AC658F784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2220" y="3891797"/>
            <a:ext cx="380999" cy="38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84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6_TF12214701" id="{A4CB04E2-D25E-446E-9946-3788EEAFC8A2}" vid="{C717B0A5-1DBC-4918-B9D4-77A3C79A5DA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{F6E6A3A4-E65A-4AD0-AC3C-58D1B661106E}tf12214701_win32</Template>
  <TotalTime>119</TotalTime>
  <Words>199</Words>
  <Application>Microsoft Office PowerPoint</Application>
  <PresentationFormat>Grand écran</PresentationFormat>
  <Paragraphs>42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Goudy Old Style</vt:lpstr>
      <vt:lpstr>Goudy Old Style (Corps)</vt:lpstr>
      <vt:lpstr>Noto Serif</vt:lpstr>
      <vt:lpstr>Wingdings 2</vt:lpstr>
      <vt:lpstr>SlateVTI</vt:lpstr>
      <vt:lpstr>BUT SCIENCE DES DONNÉES</vt:lpstr>
      <vt:lpstr>LES QUALITÉS D’UN BUT </vt:lpstr>
      <vt:lpstr>Les compétences clés développées en SD</vt:lpstr>
      <vt:lpstr>Répartition des matières du BUT SD</vt:lpstr>
      <vt:lpstr>BUT SD : Les secteurs d’activité</vt:lpstr>
      <vt:lpstr>Et après le BUT Science des Données  ? </vt:lpstr>
      <vt:lpstr>Alternance / Stage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 SCIENCE DES DONNÉES</dc:title>
  <dc:creator>Helena Guertin</dc:creator>
  <cp:lastModifiedBy>GUERTIN HELENA</cp:lastModifiedBy>
  <cp:revision>11</cp:revision>
  <dcterms:created xsi:type="dcterms:W3CDTF">2025-03-21T13:34:23Z</dcterms:created>
  <dcterms:modified xsi:type="dcterms:W3CDTF">2025-04-01T12:32:07Z</dcterms:modified>
</cp:coreProperties>
</file>